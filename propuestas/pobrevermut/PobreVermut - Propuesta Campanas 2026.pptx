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06840" y="2487168"/>
            <a:ext cx="2377440" cy="2377440"/>
          </a:xfrm>
          <a:prstGeom prst="ellipse">
            <a:avLst/>
          </a:prstGeom>
          <a:solidFill>
            <a:srgbClr val="EF5B25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86868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EF5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POBREVERMUT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274320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2E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Campañas para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EF5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vender online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482803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hay marca, comunidad y ecommerce. Ahora, a vender.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57424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 ·  Agosto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Nicolás  ·  nicolas@sherpasstudio.cl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4980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F5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—  EL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3385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E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fases, un objetivo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1901952"/>
            <a:ext cx="10545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fase construye lo que la siguiente necesita.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260604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EF5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7673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A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 1 – 2  ·  META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4078224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2E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nos</a:t>
            </a:r>
            <a:endParaRPr lang="en-US" sz="2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2E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conozcan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822960" y="52303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Instalamos la marca y dejamos la medición andando.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41368" y="260604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EF5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4541368" y="37673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A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 3 – 4  ·  META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41368" y="4078224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2E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</a:t>
            </a:r>
            <a:endParaRPr lang="en-US" sz="2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2E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compren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4541368" y="52303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Campañas de venta directa al ecommerce.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59775" y="260604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EF5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8259775" y="37673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A8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 5 +  ·  GOOGLE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59775" y="4078224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2E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nos</a:t>
            </a:r>
            <a:endParaRPr lang="en-US" sz="2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2E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encuentren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8259775" y="52303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Capturamos a quien ya está buscando vermut.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4980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F5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—  MI TRABAJO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3385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E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hago cada mes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5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63040" y="25146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 de medios del mes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209544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5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3209544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requerimiento de creativos al equipo creativo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904488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5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3904488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campañas, píxel y catálogo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45994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5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63040" y="4599432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durante todo el mes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5294376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5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63040" y="5294376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mensual con ventas, no con likes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589520" y="2542032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EF5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INCLUYE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589520" y="3236976"/>
            <a:ext cx="128016" cy="128016"/>
          </a:xfrm>
          <a:prstGeom prst="ellipse">
            <a:avLst/>
          </a:prstGeom>
          <a:solidFill>
            <a:srgbClr val="8A807A"/>
          </a:solidFill>
          <a:ln/>
        </p:spPr>
      </p:sp>
      <p:sp>
        <p:nvSpPr>
          <p:cNvPr id="16" name="Text 14"/>
          <p:cNvSpPr/>
          <p:nvPr/>
        </p:nvSpPr>
        <p:spPr>
          <a:xfrm>
            <a:off x="7955280" y="306324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de creativos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589520" y="3803904"/>
            <a:ext cx="128016" cy="128016"/>
          </a:xfrm>
          <a:prstGeom prst="ellipse">
            <a:avLst/>
          </a:prstGeom>
          <a:solidFill>
            <a:srgbClr val="8A807A"/>
          </a:solidFill>
          <a:ln/>
        </p:spPr>
      </p:sp>
      <p:sp>
        <p:nvSpPr>
          <p:cNvPr id="18" name="Text 16"/>
          <p:cNvSpPr/>
          <p:nvPr/>
        </p:nvSpPr>
        <p:spPr>
          <a:xfrm>
            <a:off x="7955280" y="3630168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management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589520" y="4370832"/>
            <a:ext cx="128016" cy="128016"/>
          </a:xfrm>
          <a:prstGeom prst="ellipse">
            <a:avLst/>
          </a:prstGeom>
          <a:solidFill>
            <a:srgbClr val="8A807A"/>
          </a:solidFill>
          <a:ln/>
        </p:spPr>
      </p:sp>
      <p:sp>
        <p:nvSpPr>
          <p:cNvPr id="20" name="Text 18"/>
          <p:cNvSpPr/>
          <p:nvPr/>
        </p:nvSpPr>
        <p:spPr>
          <a:xfrm>
            <a:off x="7955280" y="4197096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inversión en pauta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5B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4980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140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—  HONORARIO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5852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140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$350.000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822960" y="309067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40C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líquidos al mes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0690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0C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Honorario bruto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931920" y="40690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40C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$412.979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54456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0C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Retención 15,25%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931920" y="454456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40C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$62.979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502005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C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recibo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931920" y="502005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0C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$350.000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559612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40C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Boleta de honorarios. La retención la declara PobreVermut.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086600" y="1783080"/>
            <a:ext cx="4282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40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PAUTA VA APARTE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086600" y="2185416"/>
            <a:ext cx="42821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900" b="1" dirty="0">
                <a:solidFill>
                  <a:srgbClr val="140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$200.000 y $450.000 al mes según la fase, a nombre de PobreVermut.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086600" y="4160520"/>
            <a:ext cx="4282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40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PRIMEROS 3 MESES, FIJO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086600" y="4562856"/>
            <a:ext cx="42821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900" b="1" dirty="0">
                <a:solidFill>
                  <a:srgbClr val="140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mes 3 revisamos el modelo y evaluamos sumar un variable sobre las ventas del ecommerce.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4980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EF5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—  PARA PARTIR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3385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E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necesito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2688336"/>
            <a:ext cx="146304" cy="146304"/>
          </a:xfrm>
          <a:prstGeom prst="ellipse">
            <a:avLst/>
          </a:prstGeom>
          <a:solidFill>
            <a:srgbClr val="EF5B25"/>
          </a:solidFill>
          <a:ln/>
        </p:spPr>
      </p:sp>
      <p:sp>
        <p:nvSpPr>
          <p:cNvPr id="5" name="Text 3"/>
          <p:cNvSpPr/>
          <p:nvPr/>
        </p:nvSpPr>
        <p:spPr>
          <a:xfrm>
            <a:off x="1261872" y="2514600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Accesos a Meta, Instagram y Facebook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3383280"/>
            <a:ext cx="146304" cy="146304"/>
          </a:xfrm>
          <a:prstGeom prst="ellipse">
            <a:avLst/>
          </a:prstGeom>
          <a:solidFill>
            <a:srgbClr val="EF5B25"/>
          </a:solidFill>
          <a:ln/>
        </p:spPr>
      </p:sp>
      <p:sp>
        <p:nvSpPr>
          <p:cNvPr id="7" name="Text 5"/>
          <p:cNvSpPr/>
          <p:nvPr/>
        </p:nvSpPr>
        <p:spPr>
          <a:xfrm>
            <a:off x="1261872" y="3209544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al ecommerce para píxel y catálogo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4078224"/>
            <a:ext cx="146304" cy="146304"/>
          </a:xfrm>
          <a:prstGeom prst="ellipse">
            <a:avLst/>
          </a:prstGeom>
          <a:solidFill>
            <a:srgbClr val="EF5B25"/>
          </a:solidFill>
          <a:ln/>
        </p:spPr>
      </p:sp>
      <p:sp>
        <p:nvSpPr>
          <p:cNvPr id="9" name="Text 7"/>
          <p:cNvSpPr/>
          <p:nvPr/>
        </p:nvSpPr>
        <p:spPr>
          <a:xfrm>
            <a:off x="1261872" y="3904488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de pauta confirmado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4773168"/>
            <a:ext cx="146304" cy="146304"/>
          </a:xfrm>
          <a:prstGeom prst="ellipse">
            <a:avLst/>
          </a:prstGeom>
          <a:solidFill>
            <a:srgbClr val="EF5B25"/>
          </a:solidFill>
          <a:ln/>
        </p:spPr>
      </p:sp>
      <p:sp>
        <p:nvSpPr>
          <p:cNvPr id="11" name="Text 9"/>
          <p:cNvSpPr/>
          <p:nvPr/>
        </p:nvSpPr>
        <p:spPr>
          <a:xfrm>
            <a:off x="1261872" y="4599432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Creativos del equipo creativo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5468112"/>
            <a:ext cx="146304" cy="146304"/>
          </a:xfrm>
          <a:prstGeom prst="ellipse">
            <a:avLst/>
          </a:prstGeom>
          <a:solidFill>
            <a:srgbClr val="EF5B25"/>
          </a:solidFill>
          <a:ln/>
        </p:spPr>
      </p:sp>
      <p:sp>
        <p:nvSpPr>
          <p:cNvPr id="13" name="Text 11"/>
          <p:cNvSpPr/>
          <p:nvPr/>
        </p:nvSpPr>
        <p:spPr>
          <a:xfrm>
            <a:off x="1261872" y="5294376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kickoff de 45 minutos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589520" y="2468880"/>
            <a:ext cx="37792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EF5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Campañas activas</a:t>
            </a:r>
            <a:endParaRPr lang="en-US" sz="3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EF5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dos semanas.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589520" y="4160520"/>
            <a:ext cx="3779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E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Nicolás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589520" y="4498848"/>
            <a:ext cx="37792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8A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nicolas@sherpasstudio.cl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8A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+56 9 3125 6539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PobreVermut - Propuesta de campanas 2026</dc:title>
  <dc:subject>PptxGenJS Presentation</dc:subject>
  <dc:creator>Nicolas</dc:creator>
  <cp:lastModifiedBy>Nicolas</cp:lastModifiedBy>
  <cp:revision>1</cp:revision>
  <dcterms:created xsi:type="dcterms:W3CDTF">2026-08-04T21:16:33Z</dcterms:created>
  <dcterms:modified xsi:type="dcterms:W3CDTF">2026-08-04T21:16:33Z</dcterms:modified>
</cp:coreProperties>
</file>