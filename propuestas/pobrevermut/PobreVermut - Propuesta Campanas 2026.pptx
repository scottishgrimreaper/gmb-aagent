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de gestión de campañas para PobreVermut. Fee de gestión únicamente; la pauta va a nombre del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847088"/>
            <a:ext cx="2743200" cy="2743200"/>
          </a:xfrm>
          <a:prstGeom prst="ellipse">
            <a:avLst/>
          </a:prstGeom>
          <a:solidFill>
            <a:srgbClr val="4A1220"/>
          </a:solidFill>
          <a:ln w="19050">
            <a:solidFill>
              <a:srgbClr val="C896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42832" y="2057400"/>
            <a:ext cx="2322576" cy="2322576"/>
          </a:xfrm>
          <a:prstGeom prst="ellipse">
            <a:avLst/>
          </a:prstGeom>
          <a:solidFill>
            <a:srgbClr val="4A1220"/>
          </a:solidFill>
          <a:ln w="9525">
            <a:solidFill>
              <a:srgbClr val="C896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32520" y="1847088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PV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6583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 ·  AGOSTO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POBREVERMUT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7680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Campañas Digitales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85800" y="406908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 nos conozcan a que nos compren. Un plan por fases para traccionar el ecommerce, partiendo por Meta y sumando Google.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7424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por Nicolás  ·  Sherpas Studio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9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nicolas@sherpasstudio.cl  ·  www.sherpasstudio.cl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estamos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 cambió, y con él cambia lo que hay que hacer.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3337560" cy="3017520"/>
          </a:xfrm>
          <a:prstGeom prst="roundRect">
            <a:avLst>
              <a:gd name="adj" fmla="val 2424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" y="2267712"/>
            <a:ext cx="566928" cy="566928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6696" y="3017520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Hubo una fase base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6696" y="3621024"/>
            <a:ext cx="27157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febrero corrimos una fase de testeo sin costo: se levantó comunidad, aprendimos qué contenido funciona y se crearon las primeras audiencias.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7068" y="1965960"/>
            <a:ext cx="3337560" cy="3017520"/>
          </a:xfrm>
          <a:prstGeom prst="roundRect">
            <a:avLst>
              <a:gd name="adj" fmla="val 2424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7964" y="2267712"/>
            <a:ext cx="566928" cy="566928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7964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37964" y="3017520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Ahora hay ecommerce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7964" y="3621024"/>
            <a:ext cx="27157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dejó de ser solo que nos vean. Hoy hay un carrito que llenar, y eso exige medición, catálogo y campañas pensadas para vender.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68335" y="1965960"/>
            <a:ext cx="3337560" cy="3017520"/>
          </a:xfrm>
          <a:prstGeom prst="roundRect">
            <a:avLst>
              <a:gd name="adj" fmla="val 2424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79231" y="2267712"/>
            <a:ext cx="566928" cy="566928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9231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9231" y="3017520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el método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9231" y="3621024"/>
            <a:ext cx="27157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cuando se puede no escala. Se necesita un plan por fases, con presupuesto asignado y metas claras por etapa.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285232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D6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PobreVermut ya tiene producto, marca y canal de venta. Lo que falta es el motor.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ruta en tres fases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construye el activo que la siguiente necesita para funcionar.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3337560" cy="3246120"/>
          </a:xfrm>
          <a:prstGeom prst="roundRect">
            <a:avLst>
              <a:gd name="adj" fmla="val 2254"/>
            </a:avLst>
          </a:prstGeom>
          <a:solidFill>
            <a:srgbClr val="F7F3EF"/>
          </a:solidFill>
          <a:ln/>
        </p:spPr>
      </p:sp>
      <p:sp>
        <p:nvSpPr>
          <p:cNvPr id="6" name="Shape 4"/>
          <p:cNvSpPr/>
          <p:nvPr/>
        </p:nvSpPr>
        <p:spPr>
          <a:xfrm>
            <a:off x="996696" y="2194560"/>
            <a:ext cx="585216" cy="585216"/>
          </a:xfrm>
          <a:prstGeom prst="ellipse">
            <a:avLst/>
          </a:prstGeom>
          <a:solidFill>
            <a:srgbClr val="8C2F39"/>
          </a:solidFill>
          <a:ln w="15875">
            <a:solidFill>
              <a:srgbClr val="8C2F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21945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96696" y="2907792"/>
            <a:ext cx="271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·  Mes 1 –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3145536"/>
            <a:ext cx="2715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nos conozcan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3858768"/>
            <a:ext cx="271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· Facebook + Instagram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6696" y="4151376"/>
            <a:ext cx="2715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la marca y dejamos la medición andando. Lo que se construye acá son las audiencias que la Fase 2 va a cosechar.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27068" y="1920240"/>
            <a:ext cx="3337560" cy="3246120"/>
          </a:xfrm>
          <a:prstGeom prst="roundRect">
            <a:avLst>
              <a:gd name="adj" fmla="val 2254"/>
            </a:avLst>
          </a:prstGeom>
          <a:solidFill>
            <a:srgbClr val="4A122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37964" y="2194560"/>
            <a:ext cx="585216" cy="585216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7964" y="21945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37964" y="2907792"/>
            <a:ext cx="271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·  Mes 3 – 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37964" y="3145536"/>
            <a:ext cx="2715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compren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37964" y="3858768"/>
            <a:ext cx="271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· Facebook + Instagram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37964" y="4151376"/>
            <a:ext cx="2715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D5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venta directa al ecommerce y remarketing sobre todo lo que se levantó en la fase anterior. Se optimiza por ROAS.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68335" y="1920240"/>
            <a:ext cx="3337560" cy="3246120"/>
          </a:xfrm>
          <a:prstGeom prst="roundRect">
            <a:avLst>
              <a:gd name="adj" fmla="val 2254"/>
            </a:avLst>
          </a:prstGeom>
          <a:solidFill>
            <a:srgbClr val="F7F3EF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9231" y="2194560"/>
            <a:ext cx="585216" cy="585216"/>
          </a:xfrm>
          <a:prstGeom prst="ellipse">
            <a:avLst/>
          </a:prstGeom>
          <a:solidFill>
            <a:srgbClr val="8C2F39"/>
          </a:solidFill>
          <a:ln w="15875">
            <a:solidFill>
              <a:srgbClr val="8C2F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9231" y="21945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479231" y="2907792"/>
            <a:ext cx="271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·  Mes 5 en adelante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479231" y="3145536"/>
            <a:ext cx="2715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nos encuentren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79231" y="3858768"/>
            <a:ext cx="271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Search + Shopping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79231" y="4151376"/>
            <a:ext cx="2715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genera la demanda; Google la captura cuando la persona ya está buscando. Suma al plan, no reemplaza a Meta.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5440680"/>
            <a:ext cx="10820095" cy="658368"/>
          </a:xfrm>
          <a:prstGeom prst="roundRect">
            <a:avLst>
              <a:gd name="adj" fmla="val 11111"/>
            </a:avLst>
          </a:prstGeom>
          <a:solidFill>
            <a:srgbClr val="F7F3E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5440680"/>
            <a:ext cx="10180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del mes 3:  </a:t>
            </a:r>
            <a:pPr indent="0" marL="0">
              <a:buNone/>
            </a:pPr>
            <a:r>
              <a:rPr lang="en-US" sz="13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primeros resultados de venta en mano, revisamos el modelo comercial y evaluamos pasar a un esquema de socio con variable sobre ventas.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·  MES 1 –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nos conozcan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· Facebook + Instagram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6537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técnico primero: píxel y API de Conversiones instalados en el ecommerce, catálogo de productos cargado y eventos de compra midiendo desde el día uno. Sin esto, la Fase 2 arranca a ciegas.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Reconocimiento y Reproducciones de Video con segmentación amplia en la Región Metropolitana, dejando que el algoritmo encuentre los intereses latentes.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que explica lo básico: qué es el vermut, qué es PobreVermut, en qué se diferencia y cómo se toma. Partimos del supuesto de que quien ve el anuncio no nos conoce.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del activo real de esta fase: audiencias de remarketing con quienes vieron el video, visitaron el sitio o interactuaron en Instagram.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26680" y="2011680"/>
            <a:ext cx="3779215" cy="3108960"/>
          </a:xfrm>
          <a:prstGeom prst="roundRect">
            <a:avLst>
              <a:gd name="adj" fmla="val 2353"/>
            </a:avLst>
          </a:prstGeom>
          <a:solidFill>
            <a:srgbClr val="4A122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0" y="228600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MEDIMOS EN ESTA FASE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0" y="272491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CPM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0" y="327355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por visita al sitio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0" y="382219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Tamaño de audiencias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0" y="437083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Seguidores nuevos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esta fase no se le exige venta a la pauta. Se le exige volumen de gente y data limpia.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·  MES 3 –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compren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· Facebook + Instagram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6537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Advantage+ Shopping Campaigns apuntando directo al ecommerce, con la data de conversión que la Fase 1 ya dejó acumulada.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dinámico con catálogo sobre los públicos construidos: carrito abandonado, visitantes del sitio y audiencias de video de los meses anteriores.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Testeo de oferta y ticket: pack de dos botellas, despacho gratis sobre cierto monto, promoción de primera compra. La oferta se testea igual que el creativo.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semanal sobre resultado de negocio, no sobre interacción. Se corta lo que no convierte y se escala lo que sí.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26680" y="2011680"/>
            <a:ext cx="3779215" cy="3108960"/>
          </a:xfrm>
          <a:prstGeom prst="roundRect">
            <a:avLst>
              <a:gd name="adj" fmla="val 2353"/>
            </a:avLst>
          </a:prstGeom>
          <a:solidFill>
            <a:srgbClr val="4A122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0" y="228600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MEDIMOS EN ESTA FASE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0" y="272491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0" y="327355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por adquisición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0" y="382219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Tasa de conversión del sitio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0" y="437083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 promedio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es donde el trabajo de los dos primeros meses se transforma en ventas medibles.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·  MES 5 EN ADELANTE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nos encuentren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Search + Shopping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6537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de marca para defender el término «pobrevermut»: que nadie más compre nuestro nombre y que quien nos busca llegue al ecommerce y no a un tercero.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Shopping conectado al feed del ecommerce, mostrando botella, precio y disponibilidad directo en los resultados.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genérico acotado sobre intención de compra real: «comprar vermut», «vermut artesanal», «vermut chileno».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Max solo cuando haya volumen de conversión suficiente para que aprenda. Antes de eso, quema presupuesto.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26680" y="2011680"/>
            <a:ext cx="3779215" cy="3108960"/>
          </a:xfrm>
          <a:prstGeom prst="roundRect">
            <a:avLst>
              <a:gd name="adj" fmla="val 2353"/>
            </a:avLst>
          </a:prstGeom>
          <a:solidFill>
            <a:srgbClr val="4A122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0" y="228600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MEDIMOS EN ESTA FASE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0" y="272491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ROAS de Google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0" y="327355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 combinado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0" y="382219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Búsquedas de marca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0" y="437083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Participación por canal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genera la demanda; Google la captura. Entra como canal adicional, con Meta corriendo en paralelo.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incluye el fee mensual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completa de las campañas, de principio a fin, todos los meses.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9456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Mediaplan mensual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54203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hoja de ruta del mes: estructura de campañas, distribución del presupuesto por objetivo y metas comprometidas.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27068" y="201168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1388" y="219456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Assetplan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01388" y="254203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requerimiento técnico de creativos para el partner creativo: cuántas piezas, en qué formatos, duraciones y mensajes.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68335" y="201168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42655" y="219456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y activación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42655" y="254203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Armado de campañas, públicos, píxel, API de Conversiones, catálogo y eventos de compra. Todo queda a nombre de PobreVermut.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88620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069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441655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continua durante el mes con ajustes de público, presupuesto y creativo según lo que muestren los números.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27068" y="388620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1388" y="4069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Reportería mensual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01388" y="441655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con métricas de negocio — inversión, ventas, ROAS y costo de adquisición — no con métricas de vanidad.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68335" y="388620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42655" y="4069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Reunión de revisión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42655" y="441655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 mes para leer juntos los resultados y dejar definido el plan del mes siguiente.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incluye:  </a:t>
            </a:r>
            <a:pPr indent="0" marL="0">
              <a:buNone/>
            </a:pPr>
            <a:r>
              <a:rPr lang="en-US" sz="125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de creativos, community management ni la inversión publicitaria.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Honorarios e inversión publicitaria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partidas separadas: mi trabajo y la plata que se pone en las plataformas.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4A1220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2860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 MENSUAL DE GESTIÓN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$350.000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051560" y="33649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líquidos mensuales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794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 bruto (boleta de honorarios)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3794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$412.979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4160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 segunda categoría · 15,25%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4160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$62.979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452628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directo al prestador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43400" y="45262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$350.000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37960" y="2011680"/>
            <a:ext cx="4967935" cy="3017520"/>
          </a:xfrm>
          <a:prstGeom prst="roundRect">
            <a:avLst>
              <a:gd name="adj" fmla="val 2424"/>
            </a:avLst>
          </a:prstGeom>
          <a:solidFill>
            <a:srgbClr val="F7F3EF"/>
          </a:solidFill>
          <a:ln w="9525">
            <a:solidFill>
              <a:srgbClr val="E3D9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22860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PUBLICITARIA · REFERENCIAL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0372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Mes 1 –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03720" y="305409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37015" y="28072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$200.000 – $250.000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0372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Mes 3 –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03720" y="3785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37015" y="353872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$300.000 – $400.000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03720" y="4251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Mes 5 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45171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+ Google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7015" y="427024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desde $450.000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" y="5285232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retención de segunda categoría (15,25% en 2026, Ley 21.133) la efectúa y declara PobreVermut al SII. La inversión publicitaria no está incluida en el honorario: va a nombre de PobreVermut, con su propio medio de pago y bajo su control. Los rangos de pauta son referenciales y se ajustan según resultados.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allá del fee: el modelo de socio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62763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9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primeros tres meses van a honorario fijo. Es el período en que se instala la marca, se levanta la data y se prueban las ofertas — no hay todavía una línea base de ventas contra la cual medir un variable con justicia.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10820095" cy="2377440"/>
          </a:xfrm>
          <a:prstGeom prst="roundRect">
            <a:avLst>
              <a:gd name="adj" fmla="val 3077"/>
            </a:avLst>
          </a:prstGeom>
          <a:solidFill>
            <a:srgbClr val="5E1D2A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798064"/>
            <a:ext cx="603504" cy="603504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798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92808" y="2798064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cierre del mes 3 · punto de revisión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43000" y="3520440"/>
            <a:ext cx="9905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resultados de las primeras campañas de venta en mano, revisamos el modelo comercial.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 es mantener el honorario fijo y sumar un variable sobre las ventas del ecommerce que superen una meta base acordada entre los dos.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esa conversación se define lo concreto: meta base mensual, porcentaje del variable y vigencia del acuerdo.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85800" y="51389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importa: alinea mi ingreso con el crecimiento real de PobreVermut. Si el ecommerce vende más, ganamos los dos. Este punto no se cobra hoy — queda agendado.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arrancar necesito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33502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esto en mano, las primeras campañas quedan activas en menos de dos semanas.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029968"/>
            <a:ext cx="493776" cy="493776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35608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Accesos de administrador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120640" y="2011680"/>
            <a:ext cx="6385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Manager, cuenta publicitaria, Instagram y Facebook a nombre de PobreVermut.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788920"/>
            <a:ext cx="493776" cy="493776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88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35608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al ecommerce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120640" y="2770632"/>
            <a:ext cx="6385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instalar píxel, API de Conversiones y feed de catálogo — o el contacto de quien lo administra.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3547872"/>
            <a:ext cx="493776" cy="493776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5478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35608" y="352958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Presupuesto de pauta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120640" y="3529584"/>
            <a:ext cx="6385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mensual confirmado y medio de pago cargado a nombre de PobreVermut.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4306824"/>
            <a:ext cx="493776" cy="493776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3068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35608" y="42885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Creativos según Assetplan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120640" y="4288536"/>
            <a:ext cx="6385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Entregados por el partner creativo con los formatos y duraciones del requerimiento.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5065776"/>
            <a:ext cx="493776" cy="493776"/>
          </a:xfrm>
          <a:prstGeom prst="ellipse">
            <a:avLst/>
          </a:prstGeom>
          <a:solidFill>
            <a:srgbClr val="C8963E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0657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35608" y="50474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Reunión de kickoff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120640" y="5047488"/>
            <a:ext cx="63852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en los primeros dos días hábiles para alinear objetivos y calendario.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" y="5870448"/>
            <a:ext cx="10820095" cy="548640"/>
          </a:xfrm>
          <a:prstGeom prst="roundRect">
            <a:avLst>
              <a:gd name="adj" fmla="val 13333"/>
            </a:avLst>
          </a:prstGeom>
          <a:solidFill>
            <a:srgbClr val="F7F3EF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5870448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→ accesos y setup técnico (días 1–5) → mediaplan y assetplan (días 5–10) → campañas activas (semana 2).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051560"/>
            <a:ext cx="914400" cy="914400"/>
          </a:xfrm>
          <a:prstGeom prst="ellipse">
            <a:avLst/>
          </a:prstGeom>
          <a:solidFill>
            <a:srgbClr val="4A1220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41848" y="1051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2331720"/>
            <a:ext cx="9262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PobreVermut ya tiene producto,</a:t>
            </a:r>
            <a:endParaRPr lang="en-US" sz="3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 y dónde vender.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463040" y="3675888"/>
            <a:ext cx="9262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falta es el motor que lo mueva.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63040" y="5074920"/>
            <a:ext cx="9262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Nicolás  ·  Sherpas Studio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5431536"/>
            <a:ext cx="9262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79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nicolas@sherpasstudio.cl  ·  +56 9 3125 6539  ·  www.sherpasstudio.cl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Sherpas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PobreVermut - Propuesta de Gestion de Campanas 2026</dc:title>
  <dc:subject>PptxGenJS Presentation</dc:subject>
  <dc:creator>Nicolas - Sherpas Studio</dc:creator>
  <cp:lastModifiedBy>Nicolas - Sherpas Studio</cp:lastModifiedBy>
  <cp:revision>1</cp:revision>
  <dcterms:created xsi:type="dcterms:W3CDTF">2026-08-04T21:05:04Z</dcterms:created>
  <dcterms:modified xsi:type="dcterms:W3CDTF">2026-08-04T21:05:04Z</dcterms:modified>
</cp:coreProperties>
</file>