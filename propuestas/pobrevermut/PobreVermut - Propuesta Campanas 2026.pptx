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mb-Aagent/415d07b8-2eab-51b2-81d2-2f92b3b46afc/scratchpad/marca/vaso-mage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1847088"/>
            <a:ext cx="1792224" cy="2843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046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9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POBREVERMUT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822960" y="242316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CAMPAÑAS PARA</a:t>
            </a:r>
            <a:endParaRPr lang="en-US" sz="5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ONLINE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" y="46634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 HAY MARCA, COMUNIDAD Y ECOMMERCE. AHORA, A VENDER.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22960" y="57058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PROPUESTA  ·  AGOSTO 2026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NICOLÁS  ·  NICOLAS@SHERPASSTUDIO.CL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—  EL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5214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FASES, UN OBJETIVO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975104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 FASE CONSTRUYE LO QUE LA SIGUIENTE NECESITA.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NOS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CONOZCAN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822960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INSTALAMOS LA MARCA Y DEJAMOS LA MEDICIÓN ANDANDO.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41368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41368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41368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541368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CAMPAÑAS DE VENTA DIRECTA AL ECOMMERCE.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59775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8259775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59775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NOS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ENCUENTREN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8259775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CAPTURAMOS A QUIEN YA ESTÁ BUSCANDO VERMUT.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—  MI TRABAJO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5214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HAGO CADA MES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670048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19072" y="2670048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PLAN DE MEDIOS DEL 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19072" y="3383280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REQUERIMIENTO DE CREATIVOS AL EQUIPO CREATIVO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096512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19072" y="4096512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CONFIGURACIÓN DE CAMPAÑAS, PÍXEL Y CATÁLOGO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809744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19072" y="4809744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OPTIMIZACIÓN DURANTE TODO EL MES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552297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19072" y="5522976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 MENSUAL CON VENTAS, NO CON LIKES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4E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—  HONORARIO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8686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6BD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$350.000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LÍQUIDOS AL MES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617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PAUTA VA APARTE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 $200.000 Y $450.000 AL MES SEGÚN LA FASE, A NOMBRE DE POBREVERMUT.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45352" y="4617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PRIMER CICLO DE TRES MESES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45352" y="5029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PARTIMOS CON TRES MESES DE TRABAJO. AL CIERRE REVISAMOS JUNTOS LOS RESULTADOS Y DEFINIMOS CÓMO SEGUIR.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mb-Aagent/415d07b8-2eab-51b2-81d2-2f92b3b46afc/scratchpad/marca/tagline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051560"/>
            <a:ext cx="1728216" cy="18836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3456432"/>
            <a:ext cx="9445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TRABAJEMOS </a:t>
            </a:r>
            <a:pPr algn="ctr" indent="0" marL="0">
              <a:buNone/>
            </a:pPr>
            <a:r>
              <a:rPr lang="en-US" sz="46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JUNTOS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1371600" y="4828032"/>
            <a:ext cx="9445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NICOLÁS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371600" y="5193792"/>
            <a:ext cx="9445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NICOLAS@SHERPASSTUDIO.CL  ·  +56 9 3125 6539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PobreVermut - Propuesta de campanas 2026</dc:title>
  <dc:subject>PptxGenJS Presentation</dc:subject>
  <dc:creator>Nicolas</dc:creator>
  <cp:lastModifiedBy>Nicolas</cp:lastModifiedBy>
  <cp:revision>1</cp:revision>
  <dcterms:created xsi:type="dcterms:W3CDTF">2026-08-06T06:42:53Z</dcterms:created>
  <dcterms:modified xsi:type="dcterms:W3CDTF">2026-08-06T06:42:53Z</dcterms:modified>
</cp:coreProperties>
</file>