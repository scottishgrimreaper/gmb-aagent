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2103120"/>
            <a:ext cx="2468880" cy="2468880"/>
          </a:xfrm>
          <a:prstGeom prst="ellipse">
            <a:avLst/>
          </a:prstGeom>
          <a:solidFill>
            <a:srgbClr val="4A1220"/>
          </a:solidFill>
          <a:ln w="15875">
            <a:solidFill>
              <a:srgbClr val="C896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778240" y="2103120"/>
            <a:ext cx="2468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C89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PV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22960" y="777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 ·  AGOSTO 2026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POBREVERMUT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697480"/>
            <a:ext cx="7498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Campañas para</a:t>
            </a:r>
            <a:endParaRPr lang="en-US" sz="5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vender online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4348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4AE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hay marca, comunidad y ecommerce. Ahora, a vender.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580644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4AE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Nicolás  ·  Sherpas Studio  ·  nicolas@sherpasstudio.cl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87552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fases, un objetivo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1700784"/>
            <a:ext cx="10545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fase construye lo que la siguiente necesita.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713232" cy="713232"/>
          </a:xfrm>
          <a:prstGeom prst="ellipse">
            <a:avLst/>
          </a:prstGeom>
          <a:solidFill>
            <a:srgbClr val="C8963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146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34747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1 – 2  ·  META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376732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nos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conozcan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22960" y="48463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Instalamos la marca y dejamos la medición andando.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41368" y="2514600"/>
            <a:ext cx="713232" cy="713232"/>
          </a:xfrm>
          <a:prstGeom prst="ellipse">
            <a:avLst/>
          </a:prstGeom>
          <a:solidFill>
            <a:srgbClr val="C8963E"/>
          </a:solidFill>
          <a:ln/>
        </p:spPr>
      </p:sp>
      <p:sp>
        <p:nvSpPr>
          <p:cNvPr id="11" name="Text 9"/>
          <p:cNvSpPr/>
          <p:nvPr/>
        </p:nvSpPr>
        <p:spPr>
          <a:xfrm>
            <a:off x="4541368" y="25146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41368" y="34747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3 – 4  ·  META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41368" y="376732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compren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541368" y="48463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Campañas de venta directa al ecommerce.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59775" y="2514600"/>
            <a:ext cx="713232" cy="713232"/>
          </a:xfrm>
          <a:prstGeom prst="ellipse">
            <a:avLst/>
          </a:prstGeom>
          <a:solidFill>
            <a:srgbClr val="C8963E"/>
          </a:solidFill>
          <a:ln/>
        </p:spPr>
      </p:sp>
      <p:sp>
        <p:nvSpPr>
          <p:cNvPr id="16" name="Text 14"/>
          <p:cNvSpPr/>
          <p:nvPr/>
        </p:nvSpPr>
        <p:spPr>
          <a:xfrm>
            <a:off x="8259775" y="25146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59775" y="34747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5 +  ·  GOOGLE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59775" y="376732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nos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encuentren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259775" y="48463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Capturamos a quien ya está buscando vermut.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TRABAJO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87552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hago cada mes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2386584"/>
            <a:ext cx="384048" cy="384048"/>
          </a:xfrm>
          <a:prstGeom prst="ellipse">
            <a:avLst/>
          </a:prstGeom>
          <a:solidFill>
            <a:srgbClr val="C8963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386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536192" y="2331720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plan de medios del mes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099816"/>
            <a:ext cx="384048" cy="384048"/>
          </a:xfrm>
          <a:prstGeom prst="ellipse">
            <a:avLst/>
          </a:prstGeom>
          <a:solidFill>
            <a:srgbClr val="C8963E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36192" y="3044952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requerimiento de creativos al equipo creativo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3813048"/>
            <a:ext cx="384048" cy="384048"/>
          </a:xfrm>
          <a:prstGeom prst="ellipse">
            <a:avLst/>
          </a:prstGeom>
          <a:solidFill>
            <a:srgbClr val="C8963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36192" y="3758184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campañas, píxel y catálogo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22960" y="4526280"/>
            <a:ext cx="384048" cy="384048"/>
          </a:xfrm>
          <a:prstGeom prst="ellipse">
            <a:avLst/>
          </a:prstGeom>
          <a:solidFill>
            <a:srgbClr val="C8963E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536192" y="4471416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durante todo el mes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22960" y="5239512"/>
            <a:ext cx="384048" cy="384048"/>
          </a:xfrm>
          <a:prstGeom prst="ellipse">
            <a:avLst/>
          </a:prstGeom>
          <a:solidFill>
            <a:srgbClr val="C8963E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36192" y="5184648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mensual con ventas, no con likes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452360" y="2359152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INCLUYE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52360" y="3035808"/>
            <a:ext cx="146304" cy="146304"/>
          </a:xfrm>
          <a:prstGeom prst="ellipse">
            <a:avLst/>
          </a:prstGeom>
          <a:solidFill>
            <a:srgbClr val="D8CCC3"/>
          </a:solidFill>
          <a:ln/>
        </p:spPr>
      </p:sp>
      <p:sp>
        <p:nvSpPr>
          <p:cNvPr id="21" name="Text 19"/>
          <p:cNvSpPr/>
          <p:nvPr/>
        </p:nvSpPr>
        <p:spPr>
          <a:xfrm>
            <a:off x="7836408" y="2880360"/>
            <a:ext cx="35323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de creativos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452360" y="3602736"/>
            <a:ext cx="146304" cy="146304"/>
          </a:xfrm>
          <a:prstGeom prst="ellipse">
            <a:avLst/>
          </a:prstGeom>
          <a:solidFill>
            <a:srgbClr val="D8CCC3"/>
          </a:solidFill>
          <a:ln/>
        </p:spPr>
      </p:sp>
      <p:sp>
        <p:nvSpPr>
          <p:cNvPr id="23" name="Text 21"/>
          <p:cNvSpPr/>
          <p:nvPr/>
        </p:nvSpPr>
        <p:spPr>
          <a:xfrm>
            <a:off x="7836408" y="3447288"/>
            <a:ext cx="35323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management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452360" y="4169664"/>
            <a:ext cx="146304" cy="146304"/>
          </a:xfrm>
          <a:prstGeom prst="ellipse">
            <a:avLst/>
          </a:prstGeom>
          <a:solidFill>
            <a:srgbClr val="D8CCC3"/>
          </a:solidFill>
          <a:ln/>
        </p:spPr>
      </p:sp>
      <p:sp>
        <p:nvSpPr>
          <p:cNvPr id="25" name="Text 23"/>
          <p:cNvSpPr/>
          <p:nvPr/>
        </p:nvSpPr>
        <p:spPr>
          <a:xfrm>
            <a:off x="7836408" y="4014216"/>
            <a:ext cx="35323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D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inversión en pauta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$350.000</a:t>
            </a:r>
            <a:endParaRPr lang="en-US" sz="7600" dirty="0"/>
          </a:p>
        </p:txBody>
      </p:sp>
      <p:sp>
        <p:nvSpPr>
          <p:cNvPr id="4" name="Text 2"/>
          <p:cNvSpPr/>
          <p:nvPr/>
        </p:nvSpPr>
        <p:spPr>
          <a:xfrm>
            <a:off x="822960" y="276148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4AE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líquidos al mes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37033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4AE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Honorario bruto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931920" y="37033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4AE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$412.979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1605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4AE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Retención 15,25%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931920" y="41605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4AE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$62.979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46177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recibo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931920" y="46177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$350.000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5175504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8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Boleta de honorarios. La retención la declara PobreVermut.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903720" y="160020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PAUTA VA APARTE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903720" y="1984248"/>
            <a:ext cx="44650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$200.000 y $450.000 al mes según la fase, a nombre de PobreVermut.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903720" y="356616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PRIMEROS 3 MESES, FIJO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903720" y="3950208"/>
            <a:ext cx="44650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 mes 3 revisamos el modelo y evaluamos sumar un variable sobre las ventas del ecommerce.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PARTIR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87552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1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necesito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2523744"/>
            <a:ext cx="182880" cy="182880"/>
          </a:xfrm>
          <a:prstGeom prst="ellipse">
            <a:avLst/>
          </a:prstGeom>
          <a:solidFill>
            <a:srgbClr val="C8963E"/>
          </a:solidFill>
          <a:ln/>
        </p:spPr>
      </p:sp>
      <p:sp>
        <p:nvSpPr>
          <p:cNvPr id="5" name="Text 3"/>
          <p:cNvSpPr/>
          <p:nvPr/>
        </p:nvSpPr>
        <p:spPr>
          <a:xfrm>
            <a:off x="1325880" y="2377440"/>
            <a:ext cx="5577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Accesos a Meta, Instagram y Facebook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3182112"/>
            <a:ext cx="182880" cy="182880"/>
          </a:xfrm>
          <a:prstGeom prst="ellipse">
            <a:avLst/>
          </a:prstGeom>
          <a:solidFill>
            <a:srgbClr val="C8963E"/>
          </a:solidFill>
          <a:ln/>
        </p:spPr>
      </p:sp>
      <p:sp>
        <p:nvSpPr>
          <p:cNvPr id="7" name="Text 5"/>
          <p:cNvSpPr/>
          <p:nvPr/>
        </p:nvSpPr>
        <p:spPr>
          <a:xfrm>
            <a:off x="1325880" y="3035808"/>
            <a:ext cx="5577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al ecommerce para píxel y catálogo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3840480"/>
            <a:ext cx="182880" cy="182880"/>
          </a:xfrm>
          <a:prstGeom prst="ellipse">
            <a:avLst/>
          </a:prstGeom>
          <a:solidFill>
            <a:srgbClr val="C8963E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3694176"/>
            <a:ext cx="5577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de pauta confirmado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4498848"/>
            <a:ext cx="182880" cy="182880"/>
          </a:xfrm>
          <a:prstGeom prst="ellipse">
            <a:avLst/>
          </a:prstGeom>
          <a:solidFill>
            <a:srgbClr val="C8963E"/>
          </a:solidFill>
          <a:ln/>
        </p:spPr>
      </p:sp>
      <p:sp>
        <p:nvSpPr>
          <p:cNvPr id="11" name="Text 9"/>
          <p:cNvSpPr/>
          <p:nvPr/>
        </p:nvSpPr>
        <p:spPr>
          <a:xfrm>
            <a:off x="1325880" y="4352544"/>
            <a:ext cx="5577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Creativos del equipo creativo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5157216"/>
            <a:ext cx="182880" cy="182880"/>
          </a:xfrm>
          <a:prstGeom prst="ellipse">
            <a:avLst/>
          </a:prstGeom>
          <a:solidFill>
            <a:srgbClr val="C8963E"/>
          </a:solidFill>
          <a:ln/>
        </p:spPr>
      </p:sp>
      <p:sp>
        <p:nvSpPr>
          <p:cNvPr id="13" name="Text 11"/>
          <p:cNvSpPr/>
          <p:nvPr/>
        </p:nvSpPr>
        <p:spPr>
          <a:xfrm>
            <a:off x="1325880" y="5010912"/>
            <a:ext cx="5577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1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kickoff de 45 minutos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178040" y="2286000"/>
            <a:ext cx="4190695" cy="3200400"/>
          </a:xfrm>
          <a:prstGeom prst="roundRect">
            <a:avLst>
              <a:gd name="adj" fmla="val 2286"/>
            </a:avLst>
          </a:prstGeom>
          <a:solidFill>
            <a:srgbClr val="4A1220"/>
          </a:solidFill>
          <a:ln/>
        </p:spPr>
      </p:sp>
      <p:sp>
        <p:nvSpPr>
          <p:cNvPr id="15" name="Text 13"/>
          <p:cNvSpPr/>
          <p:nvPr/>
        </p:nvSpPr>
        <p:spPr>
          <a:xfrm>
            <a:off x="7635240" y="2697480"/>
            <a:ext cx="32762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Campañas activas en dos semanas.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635240" y="4434840"/>
            <a:ext cx="3276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Nicolás  ·  Sherpas Studio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635240" y="4736592"/>
            <a:ext cx="3276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4AE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nicolas@sherpasstudio.cl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4AE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+56 9 3125 6539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Sherpas Studio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PobreVermut - Propuesta de campanas 2026</dc:title>
  <dc:subject>PptxGenJS Presentation</dc:subject>
  <dc:creator>Nicolas - Sherpas Studio</dc:creator>
  <cp:lastModifiedBy>Nicolas - Sherpas Studio</cp:lastModifiedBy>
  <cp:revision>1</cp:revision>
  <dcterms:created xsi:type="dcterms:W3CDTF">2026-08-04T21:09:26Z</dcterms:created>
  <dcterms:modified xsi:type="dcterms:W3CDTF">2026-08-04T21:09:26Z</dcterms:modified>
</cp:coreProperties>
</file>