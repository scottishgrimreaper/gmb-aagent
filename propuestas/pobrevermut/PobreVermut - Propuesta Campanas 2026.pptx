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2487168"/>
            <a:ext cx="2377440" cy="2377440"/>
          </a:xfrm>
          <a:prstGeom prst="ellipse">
            <a:avLst/>
          </a:prstGeom>
          <a:solidFill>
            <a:srgbClr val="EF5B25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686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F5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POBREVERMUT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F2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Campañas para</a:t>
            </a:r>
            <a:endParaRPr lang="en-US" sz="5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400" b="1" dirty="0">
                <a:solidFill>
                  <a:srgbClr val="EF5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vender online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48280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hay marca, comunidad y ecommerce. Ahora, a vender.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5742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 ·  Agosto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Nicolás  ·  nicolas@sherpasstudio.cl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4980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F5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—  EL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33856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fases, un objetivo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1901952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construye lo que la siguiente necesita.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EF5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3767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8A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4078224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2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nos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2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conozcan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22960" y="52303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Instalamos la marca y dejamos la medición andando.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41368" y="26060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EF5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4541368" y="3767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8A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41368" y="4078224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2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2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541368" y="52303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de venta directa al ecommerce.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59775" y="260604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EF5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8259775" y="37673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50" kern="0" dirty="0">
                <a:solidFill>
                  <a:srgbClr val="8A8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59775" y="4078224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2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nos</a:t>
            </a:r>
            <a:endParaRPr lang="en-US" sz="2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2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encuentren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259775" y="52303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A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Capturamos a quien ya está buscando vermut.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4980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EF5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—  MI TRABAJO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133856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hago cada mes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2578608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64208" y="2578608"/>
            <a:ext cx="97045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 medios del mes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3310128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64208" y="3310128"/>
            <a:ext cx="97045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requerimiento de creativos al equipo creativo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22960" y="4041648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64208" y="4041648"/>
            <a:ext cx="97045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campañas, píxel y catálogo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2960" y="4773168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64208" y="4773168"/>
            <a:ext cx="97045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durante todo el mes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22960" y="5504688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5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64208" y="5504688"/>
            <a:ext cx="9704527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2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mensual con ventas, no con likes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5B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49808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140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—  HONORARIO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8686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40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$350.000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822960" y="331012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0C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líquidos al mes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617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0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PAUTA VA APARTE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501091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40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$200.000 y $450.000 al mes según la fase, a nombre de PobreVermut.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45352" y="4617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0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PRIMER CICLO DE TRES MESES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45352" y="501091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40C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Partimos con tres meses de trabajo. Al cierre revisamos juntos los resultados y definimos cómo seguir.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7568" y="1691640"/>
            <a:ext cx="822960" cy="822960"/>
          </a:xfrm>
          <a:prstGeom prst="ellipse">
            <a:avLst/>
          </a:prstGeom>
          <a:solidFill>
            <a:srgbClr val="EF5B25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2999232"/>
            <a:ext cx="9445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2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Trabajemos </a:t>
            </a:r>
            <a:pPr algn="ctr" indent="0" marL="0">
              <a:buNone/>
            </a:pPr>
            <a:r>
              <a:rPr lang="en-US" sz="5200" b="1" dirty="0">
                <a:solidFill>
                  <a:srgbClr val="EF5B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juntos.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371600" y="4709160"/>
            <a:ext cx="9445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E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Nicolás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5065776"/>
            <a:ext cx="9445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nicolas@sherpasstudio.cl  ·  +56 9 3125 6539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PobreVermut - Propuesta de campanas 2026</dc:title>
  <dc:subject>PptxGenJS Presentation</dc:subject>
  <dc:creator>Nicolas</dc:creator>
  <cp:lastModifiedBy>Nicolas</cp:lastModifiedBy>
  <cp:revision>1</cp:revision>
  <dcterms:created xsi:type="dcterms:W3CDTF">2026-08-06T06:36:07Z</dcterms:created>
  <dcterms:modified xsi:type="dcterms:W3CDTF">2026-08-06T06:36:07Z</dcterms:modified>
</cp:coreProperties>
</file>